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0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42EBE4-9303-E6D7-8029-5900EDB794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23000A7-A9CA-AE27-13CC-998976A5D3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37EB012-47AC-45AE-1BA0-7EDF333A9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71B41-D384-49CC-844B-97AB74F8772A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F873230-9B8C-6FEC-A508-B7871370C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821BC4F-58D6-82AD-9B3F-BD3D866D7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60A7F-7C85-4706-94A9-F18C18F8DC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31887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62D201-D4D1-EE1C-FE7A-28A49028D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03163E7-5235-9B6E-2030-5D2E9F1E27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14C3588-9ACF-5CDD-E768-9D30FF228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71B41-D384-49CC-844B-97AB74F8772A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911651A-556E-84E8-B84C-1FB17AF06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083B80D-BB43-DB9F-22CA-0AAFB209C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60A7F-7C85-4706-94A9-F18C18F8DC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61529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A8AF86-CCCC-32CE-CD5B-42A925ACF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8CAE344-25C9-034F-D39D-0BECED1E3E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7319098-467E-32C0-9ABB-DB84971F5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71B41-D384-49CC-844B-97AB74F8772A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7D3CC61-A182-6732-6F18-CC77EBFB3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FFD8851-84F5-C27E-BE49-76BBCDB0B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60A7F-7C85-4706-94A9-F18C18F8DC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0505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39988F-7E8B-DE96-9C5D-BA072317C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3970A47-A554-702F-6641-7F4574C196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06270F1-396D-FF23-B8EB-799C778A69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21A0794-EB89-A73D-ADE2-89A8642FA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71B41-D384-49CC-844B-97AB74F8772A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B7568C0-341E-AE65-D032-7C1C46882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AD43227-AE24-C550-303F-CAE648702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60A7F-7C85-4706-94A9-F18C18F8DC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9993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AB5926-ACF5-1E49-5BE4-693FF0AAE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7B2C27A-6D1C-98C5-3F25-1114DC8FB4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C661D31-C061-F53D-1B44-FBE4733ADD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82F42AA-EA4D-2760-0719-C203ACCE55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142D0FB-8AE5-F9A5-AD53-5C323F5F79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9A76FE4-B083-4389-BAD2-A6D6CC2B3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71B41-D384-49CC-844B-97AB74F8772A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5F7F4F3-0BD2-90D2-736C-8C5086C7D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99C0FBE-4EC3-6628-B99C-484A2DC8B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60A7F-7C85-4706-94A9-F18C18F8DC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01341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21B3C8-4A13-E71C-91E5-B579E5C7C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DD3041E-2218-BB15-6F66-78A46443F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71B41-D384-49CC-844B-97AB74F8772A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0597FA6-F39B-6AB4-7252-D7ED0CDDA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593DF20-B813-7846-6AE6-5A788E183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60A7F-7C85-4706-94A9-F18C18F8DC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22237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FBE69AA-2DF6-DC1F-437B-8505FB361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71B41-D384-49CC-844B-97AB74F8772A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3533A77-231F-B0BD-AC83-F42C49C6D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F2FFD6E-5F6D-7250-91A3-FD646DCE1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60A7F-7C85-4706-94A9-F18C18F8DC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7069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D211AD-782E-8417-EA4B-B14B87EE5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08FB9F8-0848-F191-261A-3FFB909191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B111C13-AB4F-DA9B-8FAE-1E3DFC2407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5B627F1-F80C-B074-9CFB-33B7CD6A0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71B41-D384-49CC-844B-97AB74F8772A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1DAFB88-5F89-8E85-2E71-5432C7A13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C1B6EB4-1D87-2472-F7BC-268A6E6E1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60A7F-7C85-4706-94A9-F18C18F8DC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31912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AE4B97-EB34-1652-CEA3-46A0F3FF3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1884AF0-A17E-CDDF-30E8-5B85E6E0EE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DF0277D-2139-C465-8302-B3737B60F2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F83DDBD-50AD-5695-A1BC-66A5AB21A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71B41-D384-49CC-844B-97AB74F8772A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92E8820-0683-B4C2-BAF2-54FD86FEB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4F43723-6463-69D3-546A-0A82D5691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60A7F-7C85-4706-94A9-F18C18F8DC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90977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274B56-4665-58B7-D212-678F163BA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5A257AD-D520-98FA-E5E1-A64BBF1E0D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DA7C14-2BB9-E5DC-00C4-026D89A00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71B41-D384-49CC-844B-97AB74F8772A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3B3BAEC-A564-A57E-6FA5-045478C59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FAFD1C-2B14-DC06-B84B-485A57481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60A7F-7C85-4706-94A9-F18C18F8DC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1764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F3BE008-A065-1BB3-7260-5F7FAC29D9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4A63730-CD1D-A1A7-76CF-82BA8281AF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AB3DD26-8453-06B7-046E-027BB4F12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71B41-D384-49CC-844B-97AB74F8772A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60BA75A-090F-1137-EC17-D2A92D233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B240DDE-6A5A-159D-2AF8-B1698246A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60A7F-7C85-4706-94A9-F18C18F8DC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29081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1B1AC7E-3BEF-F702-811C-3F8C1DF81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99B577-8E25-6DE3-04EB-0EA8C26CCD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623D09-4B82-616E-5453-5398744366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571B41-D384-49CC-844B-97AB74F8772A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6FA7526-F010-EF3C-F937-637958B30B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62A5E25-F436-7ECB-FA40-E4A01A903C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D60A7F-7C85-4706-94A9-F18C18F8DC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8457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2324FDD3-47D1-5760-C4BB-B1D8E6BD22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953301" cy="140971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8573DFF-F27F-E9C4-0D17-2787EF3744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4206" y="0"/>
            <a:ext cx="5207794" cy="323203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402DDD23-7A1E-A4F5-20BD-9B5E4F26B8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88408"/>
            <a:ext cx="7315215" cy="3657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3431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2821833-F883-F847-A043-ACDBC0049C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962826" cy="2657494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CAE5B355-2F3C-3EC5-85C4-BE8C2E2F86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8806" y="0"/>
            <a:ext cx="5163194" cy="489427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5D96FE6-FE9C-347B-E2DA-969EDB2B4B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64" y="3171862"/>
            <a:ext cx="10972822" cy="3657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1671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24816BF-EB20-2E04-A51A-06F8F2C19D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010451" cy="134303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06E0AAFC-4E6C-77CD-1661-F9F5C80FA5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1813" y="0"/>
            <a:ext cx="5010187" cy="339092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5DFA6E6-FFCC-034E-DD36-5592C5C070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981" y="1234435"/>
            <a:ext cx="5852172" cy="4389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5391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6D3ADA5-022A-923D-B848-E1A83A6504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29475" cy="240031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5A3402D-76FB-6940-CCA9-6F47D2430AFE}"/>
              </a:ext>
            </a:extLst>
          </p:cNvPr>
          <p:cNvSpPr txBox="1"/>
          <p:nvPr/>
        </p:nvSpPr>
        <p:spPr>
          <a:xfrm>
            <a:off x="6303034" y="976071"/>
            <a:ext cx="45547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White noise &lt;-&gt; </a:t>
            </a:r>
            <a:r>
              <a:rPr lang="ko-KR" altLang="en-US" dirty="0" err="1"/>
              <a:t>완전랜덤</a:t>
            </a:r>
            <a:r>
              <a:rPr lang="en-US" altLang="ko-KR" dirty="0"/>
              <a:t>(</a:t>
            </a:r>
            <a:r>
              <a:rPr lang="ko-KR" altLang="en-US" dirty="0"/>
              <a:t>양자 노이즈</a:t>
            </a:r>
            <a:r>
              <a:rPr lang="en-US" altLang="ko-KR" dirty="0"/>
              <a:t>?)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A7652F-CCFC-7AAF-95B8-B357C128B1D8}"/>
              </a:ext>
            </a:extLst>
          </p:cNvPr>
          <p:cNvSpPr txBox="1"/>
          <p:nvPr/>
        </p:nvSpPr>
        <p:spPr>
          <a:xfrm>
            <a:off x="6303034" y="1621130"/>
            <a:ext cx="56589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1/f noise &lt;-&gt; </a:t>
            </a:r>
            <a:r>
              <a:rPr lang="ko-KR" altLang="en-US" dirty="0"/>
              <a:t>상관관계가 존재</a:t>
            </a:r>
            <a:r>
              <a:rPr lang="en-US" altLang="ko-KR" dirty="0"/>
              <a:t>. </a:t>
            </a:r>
            <a:r>
              <a:rPr lang="ko-KR" altLang="en-US" dirty="0"/>
              <a:t>빗소리</a:t>
            </a:r>
            <a:r>
              <a:rPr lang="en-US" altLang="ko-KR" dirty="0"/>
              <a:t>, </a:t>
            </a:r>
            <a:r>
              <a:rPr lang="ko-KR" altLang="en-US" dirty="0" err="1"/>
              <a:t>바람소리등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96EB75-5C3B-3519-F0B4-5559EFAE5900}"/>
              </a:ext>
            </a:extLst>
          </p:cNvPr>
          <p:cNvSpPr txBox="1"/>
          <p:nvPr/>
        </p:nvSpPr>
        <p:spPr>
          <a:xfrm>
            <a:off x="6303034" y="2215652"/>
            <a:ext cx="36535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Shot noise &lt;-&gt; </a:t>
            </a:r>
            <a:r>
              <a:rPr lang="ko-KR" altLang="en-US" dirty="0"/>
              <a:t>광자의 검출 개수</a:t>
            </a:r>
          </a:p>
        </p:txBody>
      </p:sp>
    </p:spTree>
    <p:extLst>
      <p:ext uri="{BB962C8B-B14F-4D97-AF65-F5344CB8AC3E}">
        <p14:creationId xmlns:p14="http://schemas.microsoft.com/office/powerpoint/2010/main" val="27827582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25</Words>
  <Application>Microsoft Office PowerPoint</Application>
  <PresentationFormat>와이드스크린</PresentationFormat>
  <Paragraphs>3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영우 최</dc:creator>
  <cp:lastModifiedBy>영우 최</cp:lastModifiedBy>
  <cp:revision>1</cp:revision>
  <dcterms:created xsi:type="dcterms:W3CDTF">2026-08-27T07:24:17Z</dcterms:created>
  <dcterms:modified xsi:type="dcterms:W3CDTF">2026-08-27T07:55:05Z</dcterms:modified>
</cp:coreProperties>
</file>