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8-24T04:53:16.4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0,'14'1,"0"0,-1 0,1 1,-1 1,15 5,9 2,0-2,73 8,-85-13,0 2,0 0,42 17,-11-5,-24-8,1-2,0-2,46 2,103-7,-76-2,165 2,-269 0,0 0,0 0,0 0,0 0,0 0,0 1,0-1,-1 1,1-1,0 1,0 0,0 0,-1 0,4 2,5 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4T04:53:24.8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64 0,'1246'-64'0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93DC55-0A88-43A5-8B73-07E3C8A11C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3277D5-78A5-57D1-C4E7-F4CCDAD80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397BCB-DA44-A7EC-F79B-19EBEED38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90B7B-EF00-4CE6-8E5C-961A17E42277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ABC055-4755-376F-009D-6EA67181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D7947-5280-FA5F-374F-2B2780EF9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FF381-AB47-439D-B110-D17772E68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2387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FA4715-7986-B1B3-3465-3E438950C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65D651-E307-29EF-6E29-78675FDA1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AC47FB-6983-1F9A-787F-EF6712EE2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90B7B-EF00-4CE6-8E5C-961A17E42277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6539D3-25E5-A856-2ADE-263062EB4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431CFE-EDFB-E457-1169-2991611F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FF381-AB47-439D-B110-D17772E68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0324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34A627-290E-922E-8B9D-4F5124B8F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16C01B-32DA-6A57-1ADB-AE87474BB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F493D6-BBA6-6DC2-2D46-1BD49D561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90B7B-EF00-4CE6-8E5C-961A17E42277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161200-D456-994F-0DE1-21C7669B5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14D4B5-74C6-D87F-8F5D-CF20275DE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FF381-AB47-439D-B110-D17772E68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846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6DFCF7-190C-E536-58D5-C8CE06702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112C73-3290-799B-581C-FD6E4B4034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8F5E1D-957B-AA3E-EEAD-A4F0CF95F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BD83659-4F1F-1FCA-350B-9AB2AAA87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90B7B-EF00-4CE6-8E5C-961A17E42277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4B2A88-A7BC-57AC-3B8E-9A83CC9A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CC26654-16BE-4A73-796F-6B98A6DB6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FF381-AB47-439D-B110-D17772E68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2068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BD907-724B-2A25-9B14-500C56B6E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163092-AEB1-3BE6-AF30-5DC649B35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6A5DBE-9060-F198-84A2-A7F4994B53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54CD092-FD9C-E7B9-408D-23EAFF3B5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F193C20-EFB2-5B2D-8744-5C387BA3E0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EA965AF-BB0E-58A2-5BD6-988C19A44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90B7B-EF00-4CE6-8E5C-961A17E42277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F0ED46B-3939-09AA-CD78-A3BC3DD86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2DAA60E-EAF3-51EC-4751-0EFF0ACB8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FF381-AB47-439D-B110-D17772E68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6844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A2C145-C44D-411A-5B59-0064EA3AD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7106DAE-A557-6FD0-7802-BF65BC80B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90B7B-EF00-4CE6-8E5C-961A17E42277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1FD369-D90D-CA17-B361-30BB6B12A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E4A2418-5C6B-1B71-5511-8A22412E8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FF381-AB47-439D-B110-D17772E68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087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1F304D0-8C0A-1871-2A8B-705EC4EFE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90B7B-EF00-4CE6-8E5C-961A17E42277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1F8D0B5-E1BF-5FBD-4AF6-21B68CE49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EFFF0B-BB54-6C2A-B488-B29E2D4B6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FF381-AB47-439D-B110-D17772E68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033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D1210E-20C0-6AFF-BCDB-9D1385FAC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366AE5-2CF1-5A4F-5DE2-BF6C5BA48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5F3500-AA34-B60F-2FA3-3DA8801C9D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B8EDB41-B33A-C423-C03A-ADDFECF86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90B7B-EF00-4CE6-8E5C-961A17E42277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27B7773-3D92-0841-856F-562F4AFE3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23BA47-40D9-DEBB-CBCF-FEDCB7976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FF381-AB47-439D-B110-D17772E68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552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48C52A-7847-5381-9F9F-DE787DBCF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FB665A8-D7DA-167C-4669-6DA3DA1906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33FF82F-70ED-B8DC-C57E-AAE6E6F43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D4B4B3A-89FF-931B-152A-DC5517BC8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90B7B-EF00-4CE6-8E5C-961A17E42277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9E0342B-AF3B-0379-DF59-06D0AAFCB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77591E-03EF-0D63-C33B-820AD425F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FF381-AB47-439D-B110-D17772E68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03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7E9730-F4B7-5B7B-E12C-B555AB653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609774-4835-3AFA-8820-E40CC32A0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C329D3-DC87-6B65-77A8-099D164A8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90B7B-EF00-4CE6-8E5C-961A17E42277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1CEFEC-C4F7-2CC6-A9EC-57ABFF62B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73D78D-1C86-AFAE-A8E7-D8CDE1677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FF381-AB47-439D-B110-D17772E68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8341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9DF7DD1-9394-D6DA-23C5-4C55BC3609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3DEEC61-7466-3F3A-3CFC-EDDDF7D2D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F5CC30-04E8-C6BB-1594-294D25A0A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E90B7B-EF00-4CE6-8E5C-961A17E42277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8E0D13-A34D-D361-E5F5-6AF11F0F8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C79212-1949-6B79-74B7-1599D97F5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BFF381-AB47-439D-B110-D17772E68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66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FD5F16B-DC03-2BE8-99A6-67FADB69C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7C3A483-B1DE-FA11-76D3-768FC81AD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370413-FA0A-4BB1-9D0D-BFF7B7D322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90B7B-EF00-4CE6-8E5C-961A17E42277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9A89DE-B3BA-1925-A99C-7BBAB92147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41000E-6448-A44A-5AE7-53D5317555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FF381-AB47-439D-B110-D17772E68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016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customXml" Target="../ink/ink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D231EAB-2A22-2FDF-A252-203CDEFDD1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88" y="79424"/>
            <a:ext cx="7077127" cy="285752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7412B3F-40E5-6C2C-54FA-B5E0833841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0291" y="79424"/>
            <a:ext cx="4871709" cy="395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99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0FE55C9-6E17-1A32-84DD-BC0EA391B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124752" cy="19907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294C143-6170-A8C5-6B77-D3CF24F64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91" y="1902155"/>
            <a:ext cx="6705600" cy="186008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62F755B-0AAB-61E5-D88F-C9F03B1D70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01" y="3762238"/>
            <a:ext cx="6705600" cy="186008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323EA0B-7D12-5CB9-6755-4231282ECE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043" y="0"/>
            <a:ext cx="5076862" cy="41624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AFFD39-B579-D5A5-4D7B-09DCC3CFCC1B}"/>
              </a:ext>
            </a:extLst>
          </p:cNvPr>
          <p:cNvSpPr txBox="1"/>
          <p:nvPr/>
        </p:nvSpPr>
        <p:spPr>
          <a:xfrm>
            <a:off x="6750001" y="4399999"/>
            <a:ext cx="5506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Spectral test : LCG</a:t>
            </a:r>
            <a:r>
              <a:rPr lang="ko-KR" altLang="en-US" sz="1200" dirty="0"/>
              <a:t>의 품질평가 테스트</a:t>
            </a:r>
            <a:r>
              <a:rPr lang="en-US" altLang="ko-KR" sz="1200" dirty="0"/>
              <a:t>. </a:t>
            </a:r>
            <a:r>
              <a:rPr lang="ko-KR" altLang="en-US" sz="1200" dirty="0" err="1"/>
              <a:t>초평면</a:t>
            </a:r>
            <a:r>
              <a:rPr lang="ko-KR" altLang="en-US" sz="1200" dirty="0"/>
              <a:t> 사이의 거리를 비교하여 성능을 평가</a:t>
            </a:r>
            <a:r>
              <a:rPr lang="en-US" altLang="ko-KR" sz="1200" dirty="0"/>
              <a:t>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34452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AE5FFF6-4075-95DA-A389-4908DBDFD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15" y="1225261"/>
            <a:ext cx="10994360" cy="378620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B71D9CF4-CBC4-ADFD-C5C3-19B5CB36F330}"/>
                  </a:ext>
                </a:extLst>
              </p14:cNvPr>
              <p14:cNvContentPartPr/>
              <p14:nvPr/>
            </p14:nvContentPartPr>
            <p14:xfrm>
              <a:off x="1661857" y="4899754"/>
              <a:ext cx="452160" cy="53280"/>
            </p14:xfrm>
          </p:contentPart>
        </mc:Choice>
        <mc:Fallback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B71D9CF4-CBC4-ADFD-C5C3-19B5CB36F3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07857" y="4791754"/>
                <a:ext cx="55980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ED2471B3-0DCB-B77C-D934-6818BF74E270}"/>
                  </a:ext>
                </a:extLst>
              </p14:cNvPr>
              <p14:cNvContentPartPr/>
              <p14:nvPr/>
            </p14:nvContentPartPr>
            <p14:xfrm>
              <a:off x="6786097" y="1696474"/>
              <a:ext cx="448920" cy="2340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ED2471B3-0DCB-B77C-D934-6818BF74E27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732097" y="1588474"/>
                <a:ext cx="556560" cy="239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5443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3ED1D84-3FBF-7DA1-7E39-9EF060E219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5" y="124249"/>
            <a:ext cx="7077127" cy="231459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A159E94-EBA3-5FF6-8469-6CDEB1A86A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51527"/>
            <a:ext cx="7805764" cy="260192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818B568-8DC7-F7A7-D2BD-2BFFA049F6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424" y="0"/>
            <a:ext cx="5146576" cy="419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476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4D378A6-89E5-1FFA-ADD9-A789702FF9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300" y="278814"/>
            <a:ext cx="6839000" cy="20193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7DCBB2-77B8-28B9-44C6-D73DBD9918C3}"/>
              </a:ext>
            </a:extLst>
          </p:cNvPr>
          <p:cNvSpPr txBox="1"/>
          <p:nvPr/>
        </p:nvSpPr>
        <p:spPr>
          <a:xfrm>
            <a:off x="314300" y="2805546"/>
            <a:ext cx="74532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PNRG</a:t>
            </a:r>
            <a:r>
              <a:rPr lang="ko-KR" altLang="en-US" dirty="0"/>
              <a:t>는 어떤 정해진 함수를 통해 난수를 생성한다</a:t>
            </a:r>
            <a:r>
              <a:rPr lang="en-US" altLang="ko-KR" dirty="0"/>
              <a:t>. </a:t>
            </a:r>
            <a:r>
              <a:rPr lang="ko-KR" altLang="en-US" dirty="0"/>
              <a:t>선형적 함수라고 가정했을 때 계수가 크면 클 수록 통계적으로 구별하기 어려운 난수를 생성한다</a:t>
            </a:r>
            <a:r>
              <a:rPr lang="en-US" altLang="ko-KR" dirty="0"/>
              <a:t>. </a:t>
            </a:r>
            <a:r>
              <a:rPr lang="ko-KR" altLang="en-US" dirty="0"/>
              <a:t>양자역학에선 입자의 정보가 자연적으로 확률분포로서 존재하며 이를 측정하면 그 확률분포에 따른 값이 나타난다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 err="1"/>
              <a:t>의사난수생성기는</a:t>
            </a:r>
            <a:r>
              <a:rPr lang="ko-KR" altLang="en-US" dirty="0"/>
              <a:t> 함수와 </a:t>
            </a:r>
            <a:r>
              <a:rPr lang="en-US" altLang="ko-KR" dirty="0"/>
              <a:t>seed</a:t>
            </a:r>
            <a:r>
              <a:rPr lang="ko-KR" altLang="en-US" dirty="0"/>
              <a:t>값에 따른 난수라면 </a:t>
            </a:r>
            <a:r>
              <a:rPr lang="ko-KR" altLang="en-US" dirty="0" err="1"/>
              <a:t>양자난수는</a:t>
            </a:r>
            <a:r>
              <a:rPr lang="ko-KR" altLang="en-US" dirty="0"/>
              <a:t> 자연의 확률분포에 따른 랜덤 값이다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1680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66</Words>
  <Application>Microsoft Office PowerPoint</Application>
  <PresentationFormat>와이드스크린</PresentationFormat>
  <Paragraphs>2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영우 최</dc:creator>
  <cp:lastModifiedBy>영우 최</cp:lastModifiedBy>
  <cp:revision>1</cp:revision>
  <dcterms:created xsi:type="dcterms:W3CDTF">2026-08-24T04:45:40Z</dcterms:created>
  <dcterms:modified xsi:type="dcterms:W3CDTF">2026-08-24T05:11:40Z</dcterms:modified>
</cp:coreProperties>
</file>