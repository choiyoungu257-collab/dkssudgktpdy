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79" d="100"/>
          <a:sy n="79" d="100"/>
        </p:scale>
        <p:origin x="552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F70A8E-8586-4581-96B8-8DD405434AB4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D95EBF-ABB6-478F-ABBF-A1CE0F037C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492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D95EBF-ABB6-478F-ABBF-A1CE0F037CD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7246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B68-1212-C4A0-ADC9-06CDBF0665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4DABFFF-E71B-687F-579E-1D0B130399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62ED4A-358C-FDC8-BFC0-B43F0578E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587FF-F37D-45D8-915B-6624C94A3A30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276F91-C3B2-EC84-69C7-BF22DFEC2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DE1BF6-48AA-5A6D-D3F2-CB2B9F878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43761-E56A-4651-99C1-4E9CD44E6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68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AFFA17-7DEE-F913-D971-C377BC178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67E72A-0A8C-271D-C2CA-A1AD0E102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3B8E88-4B49-A6DD-D741-330E25A19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587FF-F37D-45D8-915B-6624C94A3A30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489B7F-5FF1-3092-2180-FF54347ED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FE0819-2D89-5DD9-6AF6-6D5A7041A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43761-E56A-4651-99C1-4E9CD44E6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3631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587234-542C-4FF1-B684-F750D840E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F8580B-B0E0-41AB-4EEF-F540472E9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A7D320-3013-0FE8-F6E4-7DF53EFA6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587FF-F37D-45D8-915B-6624C94A3A30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9CBE60-4B5E-ACB9-E7E1-DFA9F61AE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0C4764-C6EC-9F9B-AAEE-8DA5E052D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43761-E56A-4651-99C1-4E9CD44E6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0311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73AEF4-8757-9F9B-E247-BE32910D2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C38631-0234-64BC-126A-07F6245069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0B73828-010F-3464-76A8-F8A71B3190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0E253F-4C11-369E-20C3-7B4A71E3A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587FF-F37D-45D8-915B-6624C94A3A30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703DCF-551D-90F5-FC8C-DF0B9EEAE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8B5775-745E-8800-7A37-32C5ECCFC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43761-E56A-4651-99C1-4E9CD44E6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6130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BF3408-8160-34C2-F5B1-DA82FBD30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2C7F4D-7938-372D-4F36-8FAB0C997F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B384B1-9FF3-1EBA-B043-B3A16E509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E9B2AC-5092-31DF-41AF-2139991E09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D59C567-ACA3-2F7D-C245-97388E877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3A24A09-CFEE-DAAE-D8DF-FB109F287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587FF-F37D-45D8-915B-6624C94A3A30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18D532-0095-E3EE-3736-2C38E133E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FFCBF51-E6AE-CF17-1804-E43CADB7F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43761-E56A-4651-99C1-4E9CD44E6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1546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16253F-5C9B-A3AE-0DE8-DE1B35B14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558989B-B378-C323-F85B-93675205A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587FF-F37D-45D8-915B-6624C94A3A30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89EA29C-B60B-8BD7-F849-BD8494D19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4BFC948-1106-3E9D-B2CE-C105545C2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43761-E56A-4651-99C1-4E9CD44E6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0603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116CA61-425F-53D0-BEA9-894F9977F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587FF-F37D-45D8-915B-6624C94A3A30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C40A95C-73D0-1A5D-810A-359500EA7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38F8CC-186D-7748-CFC1-818616613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43761-E56A-4651-99C1-4E9CD44E6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829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5B5499-9650-92A4-7919-74BA773D6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FFF675-9ADF-3051-C840-976608284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FEC08B-FB06-3DC7-3AB5-8F4053692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D69832-06AA-130B-319E-75235B7AD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587FF-F37D-45D8-915B-6624C94A3A30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056FF9-20CF-8CAC-5158-F9CBAF3E8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440C8A-9FDA-1BA0-DFEF-A7C47AF55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43761-E56A-4651-99C1-4E9CD44E6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2104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D333CD-2853-ACA2-5C5C-7B6EFAF77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CEA38AD-6FBA-D350-2BB6-A86CC9159C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F96A160-9D7B-1235-0316-9A408AE2B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4AB7C9-DAB1-B597-8A86-757F8DA56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587FF-F37D-45D8-915B-6624C94A3A30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5DC3DD-A05E-FE6D-41CC-3537728A0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08DAC8-F0C9-D5CB-9B13-C2C14F14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43761-E56A-4651-99C1-4E9CD44E6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623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32872F-09D6-E142-B715-0DFE6F077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1950D6-B548-B909-6E02-0549401B60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E18C8C-6EBA-C44E-5C1C-89FC9B7FC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587FF-F37D-45D8-915B-6624C94A3A30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B99342-C3DF-1ACB-C0D3-FB9A33132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B0575D-2376-AA48-4C6F-D71EAF925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43761-E56A-4651-99C1-4E9CD44E6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4757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ED7A92A-F51B-4AEC-4D91-F188D5124F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864714C-9E20-8A60-D3AA-B39654736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A1FB65-8C59-E746-C32D-F08F56BCB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587FF-F37D-45D8-915B-6624C94A3A30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43EC2B-E3E0-25FB-9283-09BD550D1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5D3CF3-CF94-31F2-55B5-A2B135483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43761-E56A-4651-99C1-4E9CD44E6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873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1A5EDF6-3E65-DD1C-327B-BB2480981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5A6D2F-A1D8-E5EC-4BC8-407C3401C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065081-96F7-48F2-E2C4-8305556FB6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6587FF-F37D-45D8-915B-6624C94A3A30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20637F-BFAE-F135-7447-D01315BF87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DDB3B3-E0E8-A72D-5A9A-654B9D0791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943761-E56A-4651-99C1-4E9CD44E6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828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B73E819-0574-49C0-D9DE-01878C4D8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400979" cy="12382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9D7030-5B28-8286-E8F0-8C3481831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4294" y="0"/>
            <a:ext cx="4257706" cy="220981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9898C9D-6148-AAEC-9CA8-CBDC4083D9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4294" y="2209816"/>
            <a:ext cx="1807416" cy="53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061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AB9319C-F350-04FE-29E4-C177FBE3D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05649" cy="33814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076C9E2-6B6A-63D7-4A23-5339ABC10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340" y="0"/>
            <a:ext cx="5549660" cy="399350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BB482B8-4855-2AFB-374F-CBC25755BB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2340" y="3993506"/>
            <a:ext cx="5005785" cy="44453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9FA63E1-76FD-D42A-4B7B-376F156DF6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2535" y="3213339"/>
            <a:ext cx="4859547" cy="364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103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0F09FF7-8F29-14EF-35A8-C4C623957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115227" cy="618177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25EF9C7-9424-EDDD-70B9-EE2EF16A2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8779" y="51759"/>
            <a:ext cx="6353221" cy="239079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E01FAE7-9635-4E6C-EEFE-DE0B430BE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6936" y="2442551"/>
            <a:ext cx="9535064" cy="556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000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BCB7174-CD1A-96C6-EB0C-1C7FB113F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698" y="0"/>
            <a:ext cx="5467301" cy="307022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F912C77-0889-AA7B-B93D-DDCD73787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724699" cy="53340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2902F1D-1603-1117-46EE-1A59D767AB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094669"/>
            <a:ext cx="6772325" cy="54292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93CC77A-E219-1332-37A1-CEB8F61295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5978" y="3070227"/>
            <a:ext cx="2965643" cy="369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343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543FE4F-ED74-FF7B-22DB-FC9545A4D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743749" cy="51435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77E32EB-4087-CFC4-4632-F6CD496F68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9939" y="0"/>
            <a:ext cx="2144280" cy="300199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0E29975-7C1C-549B-08CC-FF0BDDA2AF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510" y="1011118"/>
            <a:ext cx="6018797" cy="120653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BEE4291-C067-12E3-4EF7-A2537A076F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9939" y="3149980"/>
            <a:ext cx="5295939" cy="240984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2418AA0-F46E-AA03-3EA6-5E8B8858C2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" y="3218458"/>
            <a:ext cx="6743749" cy="101918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A3E7998-AB22-0A97-2A3B-EC118B48610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638" y="4191857"/>
            <a:ext cx="3455173" cy="259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128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</Words>
  <Application>Microsoft Office PowerPoint</Application>
  <PresentationFormat>와이드스크린</PresentationFormat>
  <Paragraphs>1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영우 최</dc:creator>
  <cp:lastModifiedBy>영우 최</cp:lastModifiedBy>
  <cp:revision>2</cp:revision>
  <dcterms:created xsi:type="dcterms:W3CDTF">2026-09-08T03:57:48Z</dcterms:created>
  <dcterms:modified xsi:type="dcterms:W3CDTF">2026-09-10T04:14:18Z</dcterms:modified>
</cp:coreProperties>
</file>