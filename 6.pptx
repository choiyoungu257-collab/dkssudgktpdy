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71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271B2-143C-CC0B-7C7B-EE5ACE36E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2848C2-BB8E-8793-3F18-DAC6A6CDE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5098FD-5E06-4407-7278-219BD2D3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9D9C99-5FE7-D8F9-E038-AF097577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1400F-47A2-D801-9463-DB4F45D2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5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82AEA-EC4F-4E38-E8B0-28960268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076308-49B4-0DE5-41FB-49DAC4326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362172-DA04-1C34-7125-806EE0EE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02967-F7E7-8784-D34E-6AC51E83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5796CF-CE2F-AD5D-C2C7-829E6F8C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84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C16BF-A142-126F-9150-19F05628B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1BC58A-CD9E-A00C-69E9-4B4891FB6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A440F4-3DF5-DB6C-3DA7-E1BCE4E2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36F5A-3719-16A8-1278-922B5BBD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A3CCCC-3FE8-E07B-5CD0-C6F18999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15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F1EA3-CC24-CE00-D169-394BA67E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DBDDDF-0249-A812-4360-28FED092B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FD0C78-788A-ADA0-553E-87CDB43D7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2F87BA-85D9-632B-366C-5D648F8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C072FD-16FA-28F4-4C78-760A35B2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668521-A7FD-6946-5361-11B416B4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82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85C8F-D07B-980B-3B2A-C1C9025B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C76650-8F7F-C87D-7E8F-BE4E91105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F4D944-9F27-47C5-07A8-DCDE92C9C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C3B5CC-BCAC-A9CE-09F2-7C036F733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D78CFA-D56E-12E4-5ADF-C2FA687F8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4CA629-0082-3F84-526E-33B6D190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281A85-3228-72FD-FEF3-AA74E348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DB1D4E-ABF7-D5B7-4D9E-3A97FDE9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44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21D90-3078-5DEF-25F2-826B1955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603382-BF29-FF1F-735D-0A8C027D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A9D6E2-39FD-9162-1BC1-F00B11E6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C24A74-758F-486B-115F-872DA6B1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210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8FDAC3-4577-6C32-E770-BE48B2F8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0B28BC-F157-F5B9-748E-2685296E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950D22-001A-7FBD-0574-351A2581A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50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77D03-79EC-9BDE-2E75-EB2DFCB6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1CD261-D906-4CE7-8AE9-79D74EFF9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9B6E0-C3E5-5979-3DE8-3910E9A4F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9A7247-97AE-5421-6EBC-9AD2DE2AB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AF47AE-7DC4-5C5D-69CB-9DF51D4A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A9FE19-45D4-3EA9-3CD2-74102A1DB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04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7FE32-49BA-2FB7-6F97-ADA79AB7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FE6843-68EC-3E81-5A54-A0A09D243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CBE240-9883-00EB-89B1-0A74B6BC5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C8BA09-AB25-A2E2-22A9-5E851BCF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7C17FE-5AE4-9B15-0893-0F2E91CC2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DA8F5A-B3A8-DE69-879E-4A03F720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EB0E5-6DA2-131A-AEEC-F6D5B6B6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CB542-C32B-1AD1-D87F-8C873514A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0B7BD-F6FD-52AC-87BB-EE2F5C4D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2920E-629E-7153-3DDB-A911B86A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CBACA6-FC4A-AEF2-464A-647ED15E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44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2F3487-CCF0-96AD-8ADA-B105744EC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C17290-0F28-A492-6B33-8AA46DBDC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172B3-4027-70C5-A992-A005A277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DAD2F-F38A-E2C9-2AE4-C117B1E1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FCF2A6-CD3E-D613-7D7E-AF359FF3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0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15A1970-ADA6-0637-9C01-84698306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C26F8E-D601-9BEB-7600-0E5D0A578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190759-E9A0-D701-7F1D-4C48D638C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D9237-4AF2-4178-81C4-F59A332FF66C}" type="datetimeFigureOut">
              <a:rPr lang="ko-KR" altLang="en-US" smtClean="0"/>
              <a:t>2026-09-18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B3515E-1C08-9018-8778-A2E058EE0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53EEC-FC6B-FB21-E029-A3518BE24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10589-310D-40A7-9011-409F71803E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02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393095-BE82-0D82-CD9E-18FE030C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91375" cy="12763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88A79D-DC9E-A901-5D9F-DF0FCB4AA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8" y="1203919"/>
            <a:ext cx="7943908" cy="13906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7975C3-56F0-166A-E489-05F2F5064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915" y="2756139"/>
            <a:ext cx="5410494" cy="40578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E83A82-8299-DD84-F1E1-85D52531C565}"/>
              </a:ext>
            </a:extLst>
          </p:cNvPr>
          <p:cNvSpPr txBox="1"/>
          <p:nvPr/>
        </p:nvSpPr>
        <p:spPr>
          <a:xfrm>
            <a:off x="7332453" y="2782669"/>
            <a:ext cx="4468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0.5</a:t>
            </a:r>
            <a:r>
              <a:rPr lang="ko-KR" altLang="en-US" dirty="0" err="1"/>
              <a:t>일때</a:t>
            </a:r>
            <a:r>
              <a:rPr lang="ko-KR" altLang="en-US" dirty="0"/>
              <a:t> 두 결과가 같은 확률을 지녀 엔트로피 즉</a:t>
            </a:r>
            <a:r>
              <a:rPr lang="en-US" altLang="ko-KR" dirty="0"/>
              <a:t>, </a:t>
            </a:r>
            <a:r>
              <a:rPr lang="ko-KR" altLang="en-US" dirty="0"/>
              <a:t>확률변수의 불확실성이 커진다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2222A7-23DC-6000-0E70-B2524784F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24673" cy="18764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26F522-97A5-84A1-9C10-1CF07003F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2083558"/>
            <a:ext cx="5852172" cy="43891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822FD2-223E-B644-5632-C1735F43B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883" y="792911"/>
            <a:ext cx="3695727" cy="25812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F3D352-99C0-CF55-D67C-F2CDB20F8E2B}"/>
              </a:ext>
            </a:extLst>
          </p:cNvPr>
          <p:cNvSpPr txBox="1"/>
          <p:nvPr/>
        </p:nvSpPr>
        <p:spPr>
          <a:xfrm>
            <a:off x="5501423" y="3703162"/>
            <a:ext cx="247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y=4/7(hamming rate)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6EE16-83FE-79B0-AD76-8FFB076FF68B}"/>
              </a:ext>
            </a:extLst>
          </p:cNvPr>
          <p:cNvSpPr txBox="1"/>
          <p:nvPr/>
        </p:nvSpPr>
        <p:spPr>
          <a:xfrm>
            <a:off x="5501423" y="5194456"/>
            <a:ext cx="2478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y=1/7(repetition rate)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2080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8A7085-0DA9-41D8-4815-6568F3E3F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72325" cy="20859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90DBC7D-E3B9-FF99-F090-B8505C972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396" y="109538"/>
            <a:ext cx="3867178" cy="39529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6A4FDEA-43EF-29CD-874D-DB5A21D3D4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88" y="2149990"/>
            <a:ext cx="5885012" cy="470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82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8779A6-178B-6279-99D5-C0068A50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00926" cy="25336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BE1BC6E-63E9-5A81-CA1C-9BD170AE5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66" y="0"/>
            <a:ext cx="4648234" cy="36766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07779D2-F529-FE60-0BE4-BCA60D245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0" y="3955286"/>
            <a:ext cx="12002219" cy="1774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3455FE-57A7-4F21-A377-B99ECD1A88FC}"/>
                  </a:ext>
                </a:extLst>
              </p:cNvPr>
              <p:cNvSpPr txBox="1"/>
              <p:nvPr/>
            </p:nvSpPr>
            <p:spPr>
              <a:xfrm>
                <a:off x="0" y="2533669"/>
                <a:ext cx="6096000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≥ −</m:t>
                      </m:r>
                      <m:f>
                        <m:f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ko-KR" alt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≥(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ko-KR" altLang="en-US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3455FE-57A7-4F21-A377-B99ECD1A8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33669"/>
                <a:ext cx="6096000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0460119-68CB-C0AA-D556-3EBD2FEEBB07}"/>
              </a:ext>
            </a:extLst>
          </p:cNvPr>
          <p:cNvSpPr txBox="1"/>
          <p:nvPr/>
        </p:nvSpPr>
        <p:spPr>
          <a:xfrm>
            <a:off x="1081177" y="3954733"/>
            <a:ext cx="2587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A(n)</a:t>
            </a:r>
            <a:r>
              <a:rPr lang="ko-KR" altLang="en-US" dirty="0">
                <a:solidFill>
                  <a:schemeClr val="bg1"/>
                </a:solidFill>
              </a:rPr>
              <a:t>의 개수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054440-512E-B0C9-46E2-7FAE050B4C10}"/>
              </a:ext>
            </a:extLst>
          </p:cNvPr>
          <p:cNvSpPr txBox="1"/>
          <p:nvPr/>
        </p:nvSpPr>
        <p:spPr>
          <a:xfrm>
            <a:off x="2587924" y="4657831"/>
            <a:ext cx="332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A(n)</a:t>
            </a:r>
            <a:r>
              <a:rPr lang="ko-KR" altLang="en-US" dirty="0">
                <a:solidFill>
                  <a:schemeClr val="bg1"/>
                </a:solidFill>
              </a:rPr>
              <a:t>의 정보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6BBAE2-FBA2-7DD9-A162-238EA988BD8E}"/>
                  </a:ext>
                </a:extLst>
              </p:cNvPr>
              <p:cNvSpPr txBox="1"/>
              <p:nvPr/>
            </p:nvSpPr>
            <p:spPr>
              <a:xfrm>
                <a:off x="452463" y="4997902"/>
                <a:ext cx="6096000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ko-KR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𝑛ℎ</m:t>
                          </m:r>
                          <m:r>
                            <a:rPr lang="ko-KR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ko-KR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6BBAE2-FBA2-7DD9-A162-238EA988B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63" y="4997902"/>
                <a:ext cx="6096000" cy="380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262FEB-195B-A688-7BB7-18D52F8E6ABA}"/>
                  </a:ext>
                </a:extLst>
              </p:cNvPr>
              <p:cNvSpPr txBox="1"/>
              <p:nvPr/>
            </p:nvSpPr>
            <p:spPr>
              <a:xfrm>
                <a:off x="-1305465" y="536037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ko-KR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ko-KR" alt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p>
                      </m:sSup>
                    </m:oMath>
                  </m:oMathPara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B262FEB-195B-A688-7BB7-18D52F8E6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5465" y="5360376"/>
                <a:ext cx="6096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7A4E036-B157-7FB4-7AF9-4688277AA69C}"/>
              </a:ext>
            </a:extLst>
          </p:cNvPr>
          <p:cNvSpPr txBox="1"/>
          <p:nvPr/>
        </p:nvSpPr>
        <p:spPr>
          <a:xfrm>
            <a:off x="0" y="2963345"/>
            <a:ext cx="8792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우리가 애초에 확률을 </a:t>
            </a:r>
            <a:r>
              <a:rPr lang="en-US" altLang="ko-KR" dirty="0"/>
              <a:t>0.3</a:t>
            </a:r>
            <a:r>
              <a:rPr lang="ko-KR" altLang="en-US" dirty="0"/>
              <a:t>으로 설정했으니까 </a:t>
            </a:r>
            <a:r>
              <a:rPr lang="en-US" altLang="ko-KR" dirty="0"/>
              <a:t>0.3</a:t>
            </a:r>
            <a:r>
              <a:rPr lang="ko-KR" altLang="en-US" dirty="0"/>
              <a:t>인 </a:t>
            </a:r>
            <a:r>
              <a:rPr lang="ko-KR" altLang="en-US" dirty="0" err="1"/>
              <a:t>엔트로피값</a:t>
            </a:r>
            <a:br>
              <a:rPr lang="en-US" altLang="ko-KR" dirty="0"/>
            </a:br>
            <a:r>
              <a:rPr lang="ko-KR" altLang="en-US" dirty="0"/>
              <a:t>으로 수렴하는 것은 당연지사</a:t>
            </a:r>
            <a:r>
              <a:rPr lang="en-US" altLang="ko-KR" dirty="0"/>
              <a:t>(</a:t>
            </a:r>
            <a:r>
              <a:rPr lang="ko-KR" altLang="en-US" dirty="0"/>
              <a:t>전체적인 확률들의 분포가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그래서 </a:t>
            </a:r>
            <a:r>
              <a:rPr lang="ko-KR" altLang="en-US" dirty="0" err="1"/>
              <a:t>비트수를</a:t>
            </a:r>
            <a:r>
              <a:rPr lang="ko-KR" altLang="en-US" dirty="0"/>
              <a:t> 줄여도 된다 </a:t>
            </a:r>
            <a:r>
              <a:rPr lang="ko-KR" altLang="en-US" dirty="0" err="1"/>
              <a:t>왜냐</a:t>
            </a:r>
            <a:r>
              <a:rPr lang="en-US" altLang="ko-KR" dirty="0"/>
              <a:t>? 2</a:t>
            </a:r>
            <a:r>
              <a:rPr lang="ko-KR" altLang="en-US" dirty="0"/>
              <a:t>의 </a:t>
            </a:r>
            <a:r>
              <a:rPr lang="en-US" altLang="ko-KR" dirty="0"/>
              <a:t>20</a:t>
            </a:r>
            <a:r>
              <a:rPr lang="ko-KR" altLang="en-US" dirty="0"/>
              <a:t>승에서 필요한 정보는 </a:t>
            </a:r>
            <a:r>
              <a:rPr lang="en-US" altLang="ko-KR" dirty="0"/>
              <a:t>2</a:t>
            </a:r>
            <a:r>
              <a:rPr lang="ko-KR" altLang="en-US" dirty="0"/>
              <a:t>의 </a:t>
            </a:r>
            <a:r>
              <a:rPr lang="en-US" altLang="ko-KR" dirty="0"/>
              <a:t>17</a:t>
            </a:r>
            <a:r>
              <a:rPr lang="ko-KR" altLang="en-US" dirty="0" err="1"/>
              <a:t>승정도니까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39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8BED37-CB21-B1F2-6D00-3DC102289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4726" cy="22764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52A5659-94CD-D185-11E4-253CED31D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726" y="568902"/>
            <a:ext cx="5121213" cy="12578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45D8CA-A1B4-12F6-8B5C-F5687F69A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797" y="2088470"/>
            <a:ext cx="7315215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5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11723</TotalTime>
  <Words>89</Words>
  <Application>Microsoft Office PowerPoint</Application>
  <PresentationFormat>와이드스크린</PresentationFormat>
  <Paragraphs>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영우 최</dc:creator>
  <cp:lastModifiedBy>영우 최</cp:lastModifiedBy>
  <cp:revision>2</cp:revision>
  <dcterms:created xsi:type="dcterms:W3CDTF">2026-09-10T07:22:48Z</dcterms:created>
  <dcterms:modified xsi:type="dcterms:W3CDTF">2026-09-20T08:02:10Z</dcterms:modified>
</cp:coreProperties>
</file>