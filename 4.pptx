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81B16-3086-074A-A1B1-497B8AF5A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7392FB-A474-789C-D6E3-812FBBAA3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1F426-02D2-8123-3531-43ABDE75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4AE20-8501-71E9-FE2F-9D200991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5EC16-FEEA-673C-EFF2-C310FE7C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79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D8DDB-49D4-E4BB-5750-AC17FFCE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62A9D-CB3B-0C5D-6EF2-EE464859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C5A4A-89E6-E736-A2C3-B839298F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227E1-7A9B-CC1E-A4B2-009BF005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CEF24-5770-47F5-8B12-A5FB1048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9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0B0AE-D792-CC54-FB95-AD56450C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746115-58B7-D9DE-B97D-26EAF3040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202AC9-0321-A412-B743-3CCBB921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3930F-BFBB-5F2A-1604-19EE57C4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94039-2CBA-37DB-635E-4201BF6A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027FE-81A0-92E0-6D5C-3057A829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9B980D-7C33-009F-742E-8B04FDE9F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AE7A18-5022-A33E-6BC1-04050A23F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F5635B-CCC0-CE86-3D01-6113315E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24BAE9-D78F-D816-8C9A-199D0D53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E31B8-B1A7-F8AC-E78A-E489226E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9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3D470-61B2-CA2D-DE62-B58435002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DF13A-6550-749D-A9DC-0562E5EE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642B9D-87AC-04A3-D9D5-E367A4BCF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4A07FC-05D1-CA7A-4713-42696F5D5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54957C-5614-FF86-3F09-2431DE2FA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E59380-9E63-DEEC-C861-334D7871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0D78D2-B109-7797-BC9C-A4042ECD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A0E4A0-B69C-BF83-A207-F485FFDD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54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54B0C-3C5A-779E-3879-2EC693CD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0B2216-6ABF-F026-5B26-79AB50E2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E7A61A-4AD6-55A4-10AA-C474C5F1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2085C8-4C4E-F502-D1F1-533532F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42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E036C8-D6F9-6E01-1C15-7FE16435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610211-8EA9-0DC3-EEB0-2EAF9057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1D0ABA-71C2-80ED-32BA-E3D91B59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7478B-9587-17DA-086F-920AA7CD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2C7B1-5ED3-6419-D9EE-F3E401C21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1CAC58-5AC8-27F9-6278-5072E177A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2A158C-A5A4-1CF5-DD60-428C2D6E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09F929-558A-7B25-6534-5EC4A7D6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536127-1627-C0E4-F964-039E88B5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5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91140-CBB4-7C54-02CC-3BB088D0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8022F7-39AD-E07D-19AF-63C190981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F3D27D-25F2-83DF-D94F-A7AAD7547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BF918-974D-A51A-6E05-DCAFD8DE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92FAA-8A00-2C98-45E5-9A69C657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908F4E-BBFD-CFB7-8EE0-D6652E0F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88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E1393-93D0-0B8A-110B-F67D4E22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CA88F8-17C5-3EBF-2445-275963037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C45DB-1D5E-2F4C-77EA-091D9973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70506-E440-5AF7-5AF7-E82FCA4D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07DD6-33F9-4C2F-8DDF-101A5EBE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65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99122-D2BE-DA2C-AD69-252E278BE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AFCF3A-711C-C795-7FCF-785344003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9A91C6-BB6A-CA9F-9DAB-DC9A9FFF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F7DC-92BB-A55F-868C-BD1B2323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79CF77-F607-8AE4-0579-62A94315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7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E6C9D4-1B59-BB3D-C9E4-3A843E58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08730-D1DB-1967-E22E-6C996C89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B5F34A-BC4C-EA01-B272-2A5EA4B49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0E219-2453-48BD-A533-4D4C0D9C3DC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4524B3-3BFB-8667-B43E-E301DFF98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371BC-88BA-83F8-C62B-BDE418752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07438-A770-42D1-B065-FF030EDF7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23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804500-5552-3C65-F180-497E5192C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6599" cy="1352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CAB08A-930E-92E1-27C6-DB223D449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194" y="0"/>
            <a:ext cx="4295806" cy="47530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0D8E18-5379-2C16-CA87-F02A3FCF8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3584"/>
            <a:ext cx="7798279" cy="2599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799CED-CF5E-E711-C5A7-1EB6BE49CE57}"/>
              </a:ext>
            </a:extLst>
          </p:cNvPr>
          <p:cNvSpPr txBox="1"/>
          <p:nvPr/>
        </p:nvSpPr>
        <p:spPr>
          <a:xfrm>
            <a:off x="5083834" y="2007173"/>
            <a:ext cx="1909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AC6B1-372C-2161-4974-543AE518D36C}"/>
              </a:ext>
            </a:extLst>
          </p:cNvPr>
          <p:cNvSpPr txBox="1"/>
          <p:nvPr/>
        </p:nvSpPr>
        <p:spPr>
          <a:xfrm>
            <a:off x="1451165" y="2013018"/>
            <a:ext cx="201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원본</a:t>
            </a:r>
            <a:r>
              <a:rPr lang="en-US" altLang="ko-KR" dirty="0"/>
              <a:t>+</a:t>
            </a:r>
            <a:r>
              <a:rPr lang="ko-KR" altLang="en-US" dirty="0"/>
              <a:t>노이즈</a:t>
            </a:r>
          </a:p>
        </p:txBody>
      </p:sp>
    </p:spTree>
    <p:extLst>
      <p:ext uri="{BB962C8B-B14F-4D97-AF65-F5344CB8AC3E}">
        <p14:creationId xmlns:p14="http://schemas.microsoft.com/office/powerpoint/2010/main" val="239086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4F4DC8-9211-C565-47D9-3156C8FA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29501" cy="17145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D51EF3-3769-43BF-0861-8D6D03305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82" y="1714513"/>
            <a:ext cx="6659603" cy="22198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924EBF-CA32-C861-0770-1F878CDB8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11" y="4001512"/>
            <a:ext cx="3930051" cy="26200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4B9CA3-DE67-370B-903B-C03D9865C796}"/>
              </a:ext>
            </a:extLst>
          </p:cNvPr>
          <p:cNvSpPr txBox="1"/>
          <p:nvPr/>
        </p:nvSpPr>
        <p:spPr>
          <a:xfrm>
            <a:off x="5624423" y="4908112"/>
            <a:ext cx="6567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boxcar : </a:t>
            </a:r>
            <a:r>
              <a:rPr lang="ko-KR" altLang="en-US" dirty="0"/>
              <a:t>윈도우 내 데이터에 동일한 가중치 </a:t>
            </a:r>
            <a:r>
              <a:rPr lang="en-US" altLang="ko-KR" dirty="0"/>
              <a:t>1/W</a:t>
            </a:r>
            <a:r>
              <a:rPr lang="ko-KR" altLang="en-US" dirty="0"/>
              <a:t>로 평균을 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5A7C5-B359-C7E2-058B-78631DB206C0}"/>
              </a:ext>
            </a:extLst>
          </p:cNvPr>
          <p:cNvSpPr txBox="1"/>
          <p:nvPr/>
        </p:nvSpPr>
        <p:spPr>
          <a:xfrm>
            <a:off x="5814204" y="5394385"/>
            <a:ext cx="600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Kernel : </a:t>
            </a:r>
            <a:r>
              <a:rPr lang="ko-KR" altLang="en-US" dirty="0"/>
              <a:t>중심점에 더 높은 가중치 표준편차에 따라 감소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382005B-F5CC-796F-1D84-1BA2B594F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097" y="-38038"/>
            <a:ext cx="4038630" cy="48292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683953-6C41-DE85-7212-2DA484D4EBE8}"/>
              </a:ext>
            </a:extLst>
          </p:cNvPr>
          <p:cNvSpPr txBox="1"/>
          <p:nvPr/>
        </p:nvSpPr>
        <p:spPr>
          <a:xfrm>
            <a:off x="1771290" y="1647381"/>
            <a:ext cx="1236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boxcar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22DE1-581F-88C4-0639-936EC87F4F87}"/>
              </a:ext>
            </a:extLst>
          </p:cNvPr>
          <p:cNvSpPr txBox="1"/>
          <p:nvPr/>
        </p:nvSpPr>
        <p:spPr>
          <a:xfrm>
            <a:off x="4667581" y="1638490"/>
            <a:ext cx="85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kernel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76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061400-9E2B-0D90-D33D-3E152045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62879" cy="19716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83713F-A766-E9E5-8F57-D06682B7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69" y="0"/>
            <a:ext cx="4267231" cy="48863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F1731-1278-CC07-F58C-8598C307D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7296"/>
            <a:ext cx="5852172" cy="4389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CC125E-41C1-F378-8AF2-2919CFBF5816}"/>
              </a:ext>
            </a:extLst>
          </p:cNvPr>
          <p:cNvSpPr txBox="1"/>
          <p:nvPr/>
        </p:nvSpPr>
        <p:spPr>
          <a:xfrm>
            <a:off x="6193766" y="5394385"/>
            <a:ext cx="5118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Finite basis</a:t>
            </a:r>
            <a:r>
              <a:rPr lang="ko-KR" altLang="en-US" dirty="0"/>
              <a:t>는 </a:t>
            </a:r>
            <a:r>
              <a:rPr lang="en-US" altLang="ko-KR" dirty="0" err="1"/>
              <a:t>fourier</a:t>
            </a:r>
            <a:r>
              <a:rPr lang="en-US" altLang="ko-KR" dirty="0"/>
              <a:t> series</a:t>
            </a:r>
            <a:r>
              <a:rPr lang="ko-KR" altLang="en-US" dirty="0"/>
              <a:t>로 변환시에 각 주파수에 따른 진폭이 부족하면 그 부족한부분이 이런 진동을 생성하는 것으로 추측됨</a:t>
            </a:r>
          </a:p>
        </p:txBody>
      </p:sp>
    </p:spTree>
    <p:extLst>
      <p:ext uri="{BB962C8B-B14F-4D97-AF65-F5344CB8AC3E}">
        <p14:creationId xmlns:p14="http://schemas.microsoft.com/office/powerpoint/2010/main" val="347316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133BDD-8F5F-40EB-0D01-BD1D74749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96203" cy="36195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9BF752-25DF-C4C0-A614-1D2CF8291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11" y="-1"/>
            <a:ext cx="5112589" cy="38947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3881FB-331F-484F-BC6E-59755ED87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73" y="3619526"/>
            <a:ext cx="4254554" cy="3190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833233-390B-5E27-B410-E718F6611DE9}"/>
              </a:ext>
            </a:extLst>
          </p:cNvPr>
          <p:cNvSpPr txBox="1"/>
          <p:nvPr/>
        </p:nvSpPr>
        <p:spPr>
          <a:xfrm>
            <a:off x="4192437" y="4106174"/>
            <a:ext cx="434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Mse</a:t>
            </a:r>
            <a:r>
              <a:rPr lang="ko-KR" altLang="en-US" dirty="0"/>
              <a:t>가 </a:t>
            </a:r>
            <a:r>
              <a:rPr lang="en-US" altLang="ko-KR" dirty="0"/>
              <a:t>0.00003144</a:t>
            </a:r>
            <a:r>
              <a:rPr lang="ko-KR" altLang="en-US" dirty="0"/>
              <a:t>로 앞의 </a:t>
            </a:r>
            <a:r>
              <a:rPr lang="en-US" altLang="ko-KR" dirty="0"/>
              <a:t>filter</a:t>
            </a:r>
            <a:r>
              <a:rPr lang="ko-KR" altLang="en-US" dirty="0"/>
              <a:t>에 비해 </a:t>
            </a:r>
            <a:r>
              <a:rPr lang="en-US" altLang="ko-KR" dirty="0"/>
              <a:t>100</a:t>
            </a:r>
            <a:r>
              <a:rPr lang="ko-KR" altLang="en-US" dirty="0" err="1"/>
              <a:t>배이상</a:t>
            </a:r>
            <a:r>
              <a:rPr lang="ko-KR" altLang="en-US" dirty="0"/>
              <a:t> 차이가 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37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B5D671-0DC5-6E16-7584-D149E1C29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86652" cy="20002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FC2331-EC56-C76A-5C7D-D815558BE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0265"/>
            <a:ext cx="5852172" cy="43891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8865FE-D5DD-E596-C8EB-DEEADF9AE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16" y="113066"/>
            <a:ext cx="4629184" cy="419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9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542B7A-D1DA-B366-107C-D1D812D8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58103" cy="18859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992A8-6053-2933-299B-B7FA0B2D968B}"/>
              </a:ext>
            </a:extLst>
          </p:cNvPr>
          <p:cNvSpPr txBox="1"/>
          <p:nvPr/>
        </p:nvSpPr>
        <p:spPr>
          <a:xfrm>
            <a:off x="293298" y="2639683"/>
            <a:ext cx="111855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Ideal low-pass &lt;Boxcar&lt;Gaussian&lt;Wiener</a:t>
            </a:r>
            <a:br>
              <a:rPr lang="en-US" altLang="ko-KR" dirty="0"/>
            </a:br>
            <a:r>
              <a:rPr lang="en-US" altLang="ko-KR" dirty="0" err="1"/>
              <a:t>Wiener</a:t>
            </a:r>
            <a:r>
              <a:rPr lang="ko-KR" altLang="en-US" dirty="0"/>
              <a:t>이 가장 좋은 것은 </a:t>
            </a:r>
            <a:r>
              <a:rPr lang="ko-KR" altLang="en-US" dirty="0" err="1"/>
              <a:t>화이트노이즈를</a:t>
            </a:r>
            <a:r>
              <a:rPr lang="ko-KR" altLang="en-US" dirty="0"/>
              <a:t> </a:t>
            </a:r>
            <a:r>
              <a:rPr lang="ko-KR" altLang="en-US" dirty="0" err="1"/>
              <a:t>만들때</a:t>
            </a:r>
            <a:r>
              <a:rPr lang="ko-KR" altLang="en-US" dirty="0"/>
              <a:t> 특정 </a:t>
            </a:r>
            <a:r>
              <a:rPr lang="en-US" altLang="ko-KR" dirty="0"/>
              <a:t>SNR</a:t>
            </a:r>
            <a:r>
              <a:rPr lang="ko-KR" altLang="en-US" dirty="0"/>
              <a:t>을 만족시키도록 했고 그걸 다시 </a:t>
            </a:r>
            <a:r>
              <a:rPr lang="en-US" altLang="ko-KR" dirty="0"/>
              <a:t>S/(S+N)</a:t>
            </a:r>
            <a:r>
              <a:rPr lang="ko-KR" altLang="en-US" dirty="0"/>
              <a:t>으로 </a:t>
            </a:r>
            <a:r>
              <a:rPr lang="ko-KR" altLang="en-US" dirty="0" err="1"/>
              <a:t>나곱하게</a:t>
            </a:r>
            <a:r>
              <a:rPr lang="ko-KR" altLang="en-US" dirty="0"/>
              <a:t> 되니까 </a:t>
            </a:r>
            <a:r>
              <a:rPr lang="ko-KR" altLang="en-US" dirty="0" err="1"/>
              <a:t>화이트노이즈를</a:t>
            </a:r>
            <a:r>
              <a:rPr lang="ko-KR" altLang="en-US" dirty="0"/>
              <a:t> 가장 크게 </a:t>
            </a:r>
            <a:r>
              <a:rPr lang="ko-KR" altLang="en-US" dirty="0" err="1"/>
              <a:t>억제시킬</a:t>
            </a:r>
            <a:r>
              <a:rPr lang="ko-KR" altLang="en-US" dirty="0"/>
              <a:t> 수 있던 것으로 보인다</a:t>
            </a:r>
            <a:r>
              <a:rPr lang="en-US" altLang="ko-KR" dirty="0"/>
              <a:t>. </a:t>
            </a:r>
            <a:r>
              <a:rPr lang="ko-KR" altLang="en-US" dirty="0"/>
              <a:t>문제는 </a:t>
            </a:r>
            <a:r>
              <a:rPr lang="ko-KR" altLang="en-US" dirty="0" err="1"/>
              <a:t>화이트노이즈와</a:t>
            </a:r>
            <a:r>
              <a:rPr lang="ko-KR" altLang="en-US" dirty="0"/>
              <a:t> 본래신호를 완벽하게 분리해서 그 각각의 정보를 알아내기가 쉽지 않아 실제 실험에선 쓰기 어려운 것으로 생각된다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702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2929</TotalTime>
  <Words>119</Words>
  <Application>Microsoft Office PowerPoint</Application>
  <PresentationFormat>와이드스크린</PresentationFormat>
  <Paragraphs>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2</cp:revision>
  <dcterms:created xsi:type="dcterms:W3CDTF">2026-09-01T05:01:20Z</dcterms:created>
  <dcterms:modified xsi:type="dcterms:W3CDTF">2026-09-03T05:51:12Z</dcterms:modified>
</cp:coreProperties>
</file>